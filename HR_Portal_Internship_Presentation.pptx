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ENTERPRISE HR PORTAL</a:t>
            </a:r>
          </a:p>
          <a:p>
            <a:pPr>
              <a:spcBef>
                <a:spcPts val="1000"/>
              </a:spcBef>
              <a:defRPr sz="2000">
                <a:solidFill>
                  <a:srgbClr val="3B82F6"/>
                </a:solidFill>
                <a:latin typeface="Helvetica"/>
              </a:defRPr>
            </a:pPr>
            <a:r>
              <a:t>Development of a Full-Stack Geofenced HR System</a:t>
            </a:r>
          </a:p>
          <a:p>
            <a:br/>
            <a:pPr>
              <a:spcBef>
                <a:spcPts val="2000"/>
              </a:spcBef>
              <a:defRPr sz="1400">
                <a:solidFill>
                  <a:srgbClr val="9CA3AF"/>
                </a:solidFill>
                <a:latin typeface="Helvetica"/>
              </a:defRPr>
            </a:pPr>
            <a:r>
              <a:t>Presenter: Software Engineering Intern</a:t>
            </a:r>
            <a:br/>
            <a:r>
              <a:t>Project Domain: HR Management &amp; Automated Geofencing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Problem Statement &amp;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Manual spread-sheeting is slow, prone to parsing errors, and hard to audit.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Traditional check-ins allow geolocation spoofing or remote clock-in fraud.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Lack of granular access control exposes personal details and employee salaries.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Goal: Build a unified hub with automated geofencing, leave tracking, and secure document vaults.</a:t>
            </a:r>
          </a:p>
        </p:txBody>
      </p:sp>
      <p:pic>
        <p:nvPicPr>
          <p:cNvPr id="4" name="Picture 3" descr="diagram_geof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45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System Architecture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Decoupled React.js 18 frontend communicating with backend REST endpoints.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Flask API logic layer with custom python decorator-based access checks.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SQLAlchemy ORM provides secure MySQL interface and parameterized statements.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Python multi-threaded client delegates SMTP mail dispatch to background threads.</a:t>
            </a:r>
          </a:p>
        </p:txBody>
      </p:sp>
      <p:pic>
        <p:nvPicPr>
          <p:cNvPr id="4" name="Picture 3" descr="diagram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45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Secure Authentication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Employee passwords hashed with dynamic salt rounds using bcrypt.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Stateless sessions established via signed JWT tokens (HS256 encryption).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Axios response interceptor handles automatic redirection to /login on 401s.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Sequential onboarding generates HR-00x IDs and triggers automated emails.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Geofence Verification &amp;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Interactive OpenStreetMap overlays allowed boundaries using Leaflet.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Frontend retrieves active browser geolocation coordinates (HTML5 API).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Haversine formula validates distance in meters both on client and backend API.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Admins dynamically re-center geofencing parameters from the Settings page.</a:t>
            </a:r>
          </a:p>
        </p:txBody>
      </p:sp>
      <p:pic>
        <p:nvPicPr>
          <p:cNvPr id="4" name="Picture 3" descr="diagram_geof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45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Leaves, Tasks &amp; Meetings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Dynamic leave module with calculation engine supporting negative balances.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Real-time task tracking boards (Pending ➔ In Progress ➔ Completed).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Meeting scheduler with department-based mail notifications and meeting links.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Strict file path checks limit resume download actions to the owner or admins.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Async Email Notification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SMTP mail connections run inside decoupled Python background threads.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Prevents UI freeze and reduces endpoint API response times below 100ms.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Sends responsive corporate HTML template emails (welcome logs, approvals, updates).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Graceful fallback: SMTP connection errors logged without failing request cycles.</a:t>
            </a:r>
          </a:p>
        </p:txBody>
      </p:sp>
      <p:pic>
        <p:nvPicPr>
          <p:cNvPr id="4" name="Picture 3" descr="diagram_async_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452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Live Analytics &amp; Dashboard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Direct Recharts integration binds graphs to live database metrics.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Visualizes daily attendance status, task rates, and meeting schedules.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RBAC decorators (@admin_required, @self_or_admin) wrap backend endpoints.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Prevents data leak of sensitive PII columns (aadhar, salary) across API logs.</a:t>
            </a:r>
          </a:p>
        </p:txBody>
      </p:sp>
      <p:pic>
        <p:nvPicPr>
          <p:cNvPr id="4" name="Picture 3" descr="diagram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45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Technical Challenges &amp; Resolutions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Timezone Dates Bug: Client parsed naive UTC datetimes as local; resolved by appending 'Z' suffix.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Thread App Context Leak: Initializing Flask context inside threads leaked DB connections; resolved by decoupling contexts.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Resume Reference Bug: File uploaded to uploads folder but reference never committed; resolved by explicit DB session commit.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SMTP Handshake Lag: Decoupled SMTP email validation using thread pool executors.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  <a:latin typeface="Helvetica"/>
              </a:defRPr>
            </a:pPr>
            <a:r>
              <a:t>Project Outcomes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Successfully developed and secured a highly responsive, unified HR dashboard.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Reduced administrative time spent tracking leaves and attendance telemetry.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Future SSID/WiFi Checks: Supplying IP address constraints to supplement geofences.</a:t>
            </a:r>
          </a:p>
          <a:p>
            <a:pPr>
              <a:spcAft>
                <a:spcPts val="2000"/>
              </a:spcAft>
              <a:defRPr sz="1600">
                <a:solidFill>
                  <a:srgbClr val="1F2937"/>
                </a:solidFill>
                <a:latin typeface="Helvetica"/>
              </a:defRPr>
            </a:pPr>
            <a:r>
              <a:t>•  Future Accrual Services: Automatic leave additions on the first of every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